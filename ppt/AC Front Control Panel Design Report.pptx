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43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869"/>
            <a:ext cx="623443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45719"/>
            <a:ext cx="291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Automotive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Plastic 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67809" y="812114"/>
            <a:ext cx="30670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AC</a:t>
            </a:r>
            <a:r>
              <a:rPr sz="2500" b="0" spc="-45" dirty="0">
                <a:latin typeface="Times New Roman"/>
                <a:cs typeface="Times New Roman"/>
              </a:rPr>
              <a:t> </a:t>
            </a:r>
            <a:r>
              <a:rPr sz="2500" b="0" dirty="0">
                <a:latin typeface="Times New Roman"/>
                <a:cs typeface="Times New Roman"/>
              </a:rPr>
              <a:t>Front</a:t>
            </a:r>
            <a:r>
              <a:rPr sz="2500" b="0" spc="-35" dirty="0">
                <a:latin typeface="Times New Roman"/>
                <a:cs typeface="Times New Roman"/>
              </a:rPr>
              <a:t> </a:t>
            </a:r>
            <a:r>
              <a:rPr sz="2500" b="0" dirty="0">
                <a:latin typeface="Times New Roman"/>
                <a:cs typeface="Times New Roman"/>
              </a:rPr>
              <a:t>Control</a:t>
            </a:r>
            <a:r>
              <a:rPr sz="2500" b="0" spc="-35" dirty="0">
                <a:latin typeface="Times New Roman"/>
                <a:cs typeface="Times New Roman"/>
              </a:rPr>
              <a:t> </a:t>
            </a:r>
            <a:r>
              <a:rPr sz="2500" b="0" spc="-20" dirty="0">
                <a:latin typeface="Times New Roman"/>
                <a:cs typeface="Times New Roman"/>
              </a:rPr>
              <a:t>Panel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0579" y="1308608"/>
            <a:ext cx="7034783" cy="4240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5170" cy="19697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automotive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control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panel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surface.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process </a:t>
            </a:r>
            <a:r>
              <a:rPr sz="1500" dirty="0">
                <a:latin typeface="Times New Roman"/>
                <a:cs typeface="Times New Roman"/>
              </a:rPr>
              <a:t>involves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0.04mm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errors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resolve.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0796" y="2720644"/>
            <a:ext cx="4931663" cy="38078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</a:t>
            </a:r>
            <a:r>
              <a:rPr spc="-120" dirty="0"/>
              <a:t> </a:t>
            </a:r>
            <a:r>
              <a:rPr spc="-20" dirty="0"/>
              <a:t>A</a:t>
            </a:r>
            <a:r>
              <a:rPr spc="-105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spc="-10" dirty="0"/>
              <a:t>Modification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33349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Identify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having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issues.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Separate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Remove 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 using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multi-section.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between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repaired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shape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fillet.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same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issues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seen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image.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733550"/>
            <a:ext cx="4096512" cy="21136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7540" y="1733550"/>
            <a:ext cx="4282694" cy="21136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6615" y="3544951"/>
            <a:ext cx="148907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spc="-20" dirty="0">
                <a:latin typeface="Times New Roman"/>
                <a:cs typeface="Times New Roman"/>
              </a:rPr>
              <a:t>Tangency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issues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8979" y="3544951"/>
            <a:ext cx="294767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dirty="0">
                <a:latin typeface="Times New Roman"/>
                <a:cs typeface="Times New Roman"/>
              </a:rPr>
              <a:t>Surface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removing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error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175" y="3995991"/>
            <a:ext cx="4096512" cy="192151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6615" y="5615228"/>
            <a:ext cx="48514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Fillet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7540" y="3995967"/>
            <a:ext cx="4547616" cy="283387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538979" y="6555723"/>
            <a:ext cx="233807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45"/>
              </a:lnSpc>
            </a:pPr>
            <a:r>
              <a:rPr sz="1800" dirty="0">
                <a:latin typeface="Times New Roman"/>
                <a:cs typeface="Times New Roman"/>
              </a:rPr>
              <a:t>Final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modified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A-Surface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311765" cy="3957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for</a:t>
            </a:r>
            <a:r>
              <a:rPr sz="1500" spc="-10" dirty="0">
                <a:latin typeface="Times New Roman"/>
                <a:cs typeface="Times New Roman"/>
              </a:rPr>
              <a:t> manufacturability.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Analyze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assembly direction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X-</a:t>
            </a:r>
            <a:r>
              <a:rPr sz="1500" dirty="0">
                <a:latin typeface="Times New Roman"/>
                <a:cs typeface="Times New Roman"/>
              </a:rPr>
              <a:t>Axis)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modify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Trial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error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method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tooling.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 industry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modified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4496" y="2591306"/>
            <a:ext cx="5809488" cy="41758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blue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975" y="1234313"/>
            <a:ext cx="10290048" cy="5304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423025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45" dirty="0">
                <a:latin typeface="Times New Roman"/>
                <a:cs typeface="Times New Roman"/>
              </a:rPr>
              <a:t>CATIA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sub-</a:t>
            </a:r>
            <a:r>
              <a:rPr sz="1500" dirty="0">
                <a:latin typeface="Times New Roman"/>
                <a:cs typeface="Times New Roman"/>
              </a:rPr>
              <a:t>elements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(fillets,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offset.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must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reconstructed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manually.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Manual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patch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extrapolate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B-Surface.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2889630"/>
            <a:ext cx="11201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915" y="3095371"/>
            <a:ext cx="6757034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primary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 </a:t>
            </a:r>
            <a:r>
              <a:rPr sz="1500" dirty="0">
                <a:latin typeface="Times New Roman"/>
                <a:cs typeface="Times New Roman"/>
              </a:rPr>
              <a:t>connectivity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 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10" dirty="0">
                <a:latin typeface="Times New Roman"/>
                <a:cs typeface="Times New Roman"/>
              </a:rPr>
              <a:t> remain.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8856" y="621791"/>
            <a:ext cx="5187696" cy="24105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7776" y="3641610"/>
            <a:ext cx="7537704" cy="308597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51552" y="3839971"/>
            <a:ext cx="145542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dirty="0">
                <a:latin typeface="Times New Roman"/>
                <a:cs typeface="Times New Roman"/>
              </a:rPr>
              <a:t>Final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B-Surface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40295" y="2730119"/>
            <a:ext cx="223266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5"/>
              </a:lnSpc>
            </a:pP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offset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surface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240655" cy="190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marR="635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reference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C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Define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Axis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based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ensures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manufacturable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915" y="2683890"/>
            <a:ext cx="523875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Sweep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along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generate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0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(0.5°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specified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sweep.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915" y="3918584"/>
            <a:ext cx="5241290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Check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Continuity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Verify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swept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connect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smoothly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with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Class 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parameters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extend</a:t>
            </a:r>
            <a:r>
              <a:rPr sz="1500" spc="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boundaries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4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are </a:t>
            </a:r>
            <a:r>
              <a:rPr sz="1500" spc="-10" dirty="0">
                <a:latin typeface="Times New Roman"/>
                <a:cs typeface="Times New Roman"/>
              </a:rPr>
              <a:t>detected.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20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openings.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0047" y="621791"/>
            <a:ext cx="5394959" cy="29457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71488" y="3257803"/>
            <a:ext cx="270065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dirty="0">
                <a:latin typeface="Times New Roman"/>
                <a:cs typeface="Times New Roman"/>
              </a:rPr>
              <a:t>Sweep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reference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surface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0047" y="3674320"/>
            <a:ext cx="5394959" cy="31405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71488" y="6484992"/>
            <a:ext cx="2693035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45"/>
              </a:lnSpc>
            </a:pPr>
            <a:r>
              <a:rPr sz="1800" dirty="0">
                <a:latin typeface="Times New Roman"/>
                <a:cs typeface="Times New Roman"/>
              </a:rPr>
              <a:t>Sweep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guide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curves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81641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control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panel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2270328"/>
            <a:ext cx="5911342" cy="38163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5583" y="2270328"/>
            <a:ext cx="5533390" cy="3816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control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panel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confirmed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angle,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Color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coding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acceptable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green,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minor </a:t>
            </a:r>
            <a:r>
              <a:rPr sz="1500" dirty="0">
                <a:latin typeface="Times New Roman"/>
                <a:cs typeface="Times New Roman"/>
              </a:rPr>
              <a:t>adjustments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needed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red/blue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areas.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412875"/>
            <a:ext cx="5678424" cy="37600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1859" y="1412875"/>
            <a:ext cx="5999353" cy="376008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6615" y="4870703"/>
            <a:ext cx="614680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39"/>
              </a:lnSpc>
            </a:pPr>
            <a:r>
              <a:rPr sz="1800" spc="-10" dirty="0">
                <a:latin typeface="Times New Roman"/>
                <a:cs typeface="Times New Roman"/>
              </a:rPr>
              <a:t>Cavity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83300" y="4868164"/>
            <a:ext cx="457834" cy="2533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39"/>
              </a:lnSpc>
            </a:pPr>
            <a:r>
              <a:rPr sz="1800" spc="-20" dirty="0">
                <a:latin typeface="Times New Roman"/>
                <a:cs typeface="Times New Roman"/>
              </a:rPr>
              <a:t>Core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Automotive</a:t>
            </a:r>
            <a:r>
              <a:rPr spc="-145" dirty="0"/>
              <a:t> </a:t>
            </a:r>
            <a:r>
              <a:rPr dirty="0"/>
              <a:t>AC</a:t>
            </a:r>
            <a:r>
              <a:rPr spc="-20" dirty="0"/>
              <a:t> </a:t>
            </a:r>
            <a:r>
              <a:rPr dirty="0"/>
              <a:t>Front</a:t>
            </a:r>
            <a:r>
              <a:rPr spc="-20" dirty="0"/>
              <a:t> </a:t>
            </a:r>
            <a:r>
              <a:rPr dirty="0"/>
              <a:t>Control</a:t>
            </a:r>
            <a:r>
              <a:rPr spc="-40" dirty="0"/>
              <a:t> </a:t>
            </a:r>
            <a:r>
              <a:rPr spc="-10" dirty="0"/>
              <a:t>Panel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295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front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control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panel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20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2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line.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589" y="1116202"/>
            <a:ext cx="9100819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854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Calibri</vt:lpstr>
      <vt:lpstr>Times New Roman</vt:lpstr>
      <vt:lpstr>Office Theme</vt:lpstr>
      <vt:lpstr>AC Front Control Panel</vt:lpstr>
      <vt:lpstr>Objective</vt:lpstr>
      <vt:lpstr>Class A Surface Modification</vt:lpstr>
      <vt:lpstr>Tooling Axis Creation and Class A Surface Draft Analysis</vt:lpstr>
      <vt:lpstr>Curvature Analysis</vt:lpstr>
      <vt:lpstr>Class B Surface Development</vt:lpstr>
      <vt:lpstr>Class C Surface Development</vt:lpstr>
      <vt:lpstr>Final Trim and Solid Part Conversion</vt:lpstr>
      <vt:lpstr>Draft analysis on solid part for parting line creation</vt:lpstr>
      <vt:lpstr>Automotive AC Front Control Panel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 Front Control Panel</dc:title>
  <dc:creator>Ratikesh Satle</dc:creator>
  <cp:lastModifiedBy>DELL</cp:lastModifiedBy>
  <cp:revision>1</cp:revision>
  <dcterms:created xsi:type="dcterms:W3CDTF">2026-07-24T18:58:12Z</dcterms:created>
  <dcterms:modified xsi:type="dcterms:W3CDTF">2026-07-24T19:17:32Z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