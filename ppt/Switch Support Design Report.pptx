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6A60A3-F872-4131-A0F4-1A97E748AAB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smtClean="0"/>
              <a:t>BY_Devanshu_Borase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9AF29-F0FF-4A7A-BE5E-D69C6EED4B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8943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F86D4-0D27-4DD2-9B27-0C9ADEA9D2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smtClean="0"/>
              <a:t>BY_Devanshu_Borase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FD825-A78D-4B89-9D10-9B6242985E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17318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FD825-A78D-4B89-9D10-9B6242985E1A}" type="slidenum">
              <a:rPr lang="en-IN" smtClean="0"/>
              <a:t>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BY_Devanshu_Borase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420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51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915" y="248869"/>
            <a:ext cx="6234430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45719"/>
            <a:ext cx="2919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Automotive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Plastic Part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89397" y="812114"/>
            <a:ext cx="19907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0" dirty="0">
                <a:latin typeface="Times New Roman"/>
                <a:cs typeface="Times New Roman"/>
              </a:rPr>
              <a:t>Switch</a:t>
            </a:r>
            <a:r>
              <a:rPr sz="2500" b="0" spc="-75" dirty="0">
                <a:latin typeface="Times New Roman"/>
                <a:cs typeface="Times New Roman"/>
              </a:rPr>
              <a:t> </a:t>
            </a:r>
            <a:r>
              <a:rPr sz="2500" b="0" spc="-10" dirty="0">
                <a:latin typeface="Times New Roman"/>
                <a:cs typeface="Times New Roman"/>
              </a:rPr>
              <a:t>Support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4002" y="1268234"/>
            <a:ext cx="7107935" cy="43215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13237" y="5927284"/>
            <a:ext cx="294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BY_DEVANSHU_BORASE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885170" cy="19697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objective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project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automotive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switch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component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provided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Class-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surface.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process </a:t>
            </a:r>
            <a:r>
              <a:rPr sz="1500" dirty="0">
                <a:latin typeface="Times New Roman"/>
                <a:cs typeface="Times New Roman"/>
              </a:rPr>
              <a:t>involves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establishing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appropriate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compliance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conducting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integrity.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000" b="1" spc="-10" dirty="0">
                <a:latin typeface="Times New Roman"/>
                <a:cs typeface="Times New Roman"/>
              </a:rPr>
              <a:t>Class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Surface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spcBef>
                <a:spcPts val="56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Import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0.01mm.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5642" y="2798698"/>
            <a:ext cx="5601842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Tooling</a:t>
            </a:r>
            <a:r>
              <a:rPr spc="-135" dirty="0"/>
              <a:t> </a:t>
            </a:r>
            <a:r>
              <a:rPr dirty="0"/>
              <a:t>Axis</a:t>
            </a:r>
            <a:r>
              <a:rPr spc="-25" dirty="0"/>
              <a:t> </a:t>
            </a:r>
            <a:r>
              <a:rPr dirty="0"/>
              <a:t>Creation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Class</a:t>
            </a:r>
            <a:r>
              <a:rPr spc="-135" dirty="0"/>
              <a:t> </a:t>
            </a:r>
            <a:r>
              <a:rPr spc="-20" dirty="0"/>
              <a:t>A</a:t>
            </a:r>
            <a:r>
              <a:rPr spc="-110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dirty="0"/>
              <a:t>Draft</a:t>
            </a:r>
            <a:r>
              <a:rPr spc="-1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5531485" cy="436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Axis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  <a:tab pos="1136015" algn="l"/>
                <a:tab pos="1506220" algn="l"/>
                <a:tab pos="2184400" algn="l"/>
                <a:tab pos="2629535" algn="l"/>
                <a:tab pos="2990215" algn="l"/>
                <a:tab pos="4514850" algn="l"/>
                <a:tab pos="5284470" algn="l"/>
              </a:tabLst>
            </a:pPr>
            <a:r>
              <a:rPr sz="1500" spc="-10" dirty="0">
                <a:latin typeface="Times New Roman"/>
                <a:cs typeface="Times New Roman"/>
              </a:rPr>
              <a:t>Establish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5" dirty="0">
                <a:latin typeface="Times New Roman"/>
                <a:cs typeface="Times New Roman"/>
              </a:rPr>
              <a:t>the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tooling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0" dirty="0">
                <a:latin typeface="Times New Roman"/>
                <a:cs typeface="Times New Roman"/>
              </a:rPr>
              <a:t>axis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5" dirty="0">
                <a:latin typeface="Times New Roman"/>
                <a:cs typeface="Times New Roman"/>
              </a:rPr>
              <a:t>for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manufacturability.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Analyze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geometry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feasible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mold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opening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  <a:p>
            <a:pPr marL="299085" marR="5715" indent="-287020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normal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method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creating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tooling direction.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Angles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industry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standards.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(commonly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depend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on </a:t>
            </a:r>
            <a:r>
              <a:rPr sz="1500" dirty="0">
                <a:latin typeface="Times New Roman"/>
                <a:cs typeface="Times New Roman"/>
              </a:rPr>
              <a:t>grain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0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maintain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styling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intent,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consistency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faces.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Perform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Analysis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Run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Highlight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negative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regions.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Confirm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spc="-10" dirty="0">
                <a:latin typeface="Times New Roman"/>
                <a:cs typeface="Times New Roman"/>
              </a:rPr>
              <a:t>Results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3952" y="3073654"/>
            <a:ext cx="5056251" cy="35289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</a:t>
            </a:r>
            <a:r>
              <a:rPr spc="-120" dirty="0"/>
              <a:t> </a:t>
            </a:r>
            <a:r>
              <a:rPr spc="-20" dirty="0"/>
              <a:t>A</a:t>
            </a:r>
            <a:r>
              <a:rPr spc="-105" dirty="0"/>
              <a:t> </a:t>
            </a:r>
            <a:r>
              <a:rPr dirty="0"/>
              <a:t>Surface</a:t>
            </a:r>
            <a:r>
              <a:rPr spc="-20" dirty="0"/>
              <a:t> </a:t>
            </a:r>
            <a:r>
              <a:rPr spc="-10" dirty="0"/>
              <a:t>Modification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37947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(Remove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&gt;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Extrapolate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&gt;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Fillet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987552"/>
            <a:ext cx="5468112" cy="31101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3871" y="987552"/>
            <a:ext cx="6092952" cy="3113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Curvature</a:t>
            </a:r>
            <a:r>
              <a:rPr spc="-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25791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criteria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according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R21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2.5mm).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blue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doesn't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R21.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4935" y="1189355"/>
            <a:ext cx="7882254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42302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Offset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Class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entire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thickness.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Note: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may fail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correctly,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especially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Missing/Failed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Regions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Remove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unnecessary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9276" y="2525166"/>
            <a:ext cx="6394704" cy="32524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5823585" cy="4987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Boundary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Class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Extract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reference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Define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Axis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based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3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ensures</a:t>
            </a:r>
            <a:r>
              <a:rPr sz="1500" spc="3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3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3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3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4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3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3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manufacturable</a:t>
            </a:r>
            <a:r>
              <a:rPr sz="1500" spc="39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with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proper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Sweep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Operation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along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25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generate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C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boundaries.</a:t>
            </a:r>
            <a:endParaRPr sz="1500">
              <a:latin typeface="Times New Roman"/>
              <a:cs typeface="Times New Roman"/>
            </a:endParaRPr>
          </a:p>
          <a:p>
            <a:pPr marL="299085" marR="6350" indent="-287020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(0.5°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specified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to </a:t>
            </a:r>
            <a:r>
              <a:rPr sz="1500" dirty="0">
                <a:latin typeface="Times New Roman"/>
                <a:cs typeface="Times New Roman"/>
              </a:rPr>
              <a:t>clear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during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sweep.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20"/>
              </a:spcBef>
            </a:pPr>
            <a:r>
              <a:rPr sz="1500" b="1" dirty="0">
                <a:latin typeface="Times New Roman"/>
                <a:cs typeface="Times New Roman"/>
              </a:rPr>
              <a:t>Check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Continuity</a:t>
            </a:r>
            <a:endParaRPr sz="1500">
              <a:latin typeface="Times New Roman"/>
              <a:cs typeface="Times New Roman"/>
            </a:endParaRPr>
          </a:p>
          <a:p>
            <a:pPr marL="299085" marR="6350" indent="-287020">
              <a:lnSpc>
                <a:spcPts val="162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spc="-10" dirty="0">
                <a:latin typeface="Times New Roman"/>
                <a:cs typeface="Times New Roman"/>
              </a:rPr>
              <a:t>Verify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swept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connect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smoothly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9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parameters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extend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boundaries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0" dirty="0">
                <a:latin typeface="Times New Roman"/>
                <a:cs typeface="Times New Roman"/>
              </a:rPr>
              <a:t> detected.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5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Join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620"/>
              </a:lnSpc>
            </a:pP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openings.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3598" y="255397"/>
            <a:ext cx="5452872" cy="3301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3471" y="3638169"/>
            <a:ext cx="5452999" cy="29644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1407" y="1102753"/>
            <a:ext cx="7949183" cy="4652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spc="-85" dirty="0"/>
              <a:t> </a:t>
            </a:r>
            <a:r>
              <a:rPr spc="-20" dirty="0"/>
              <a:t>Trim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Solid</a:t>
            </a:r>
            <a:r>
              <a:rPr spc="-45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78740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Final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Trim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Perform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align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together.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step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single,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continuous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model.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Solid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Conversion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Once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convert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switch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further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2298700"/>
            <a:ext cx="6028436" cy="30466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2298700"/>
            <a:ext cx="5526024" cy="30466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Draft</a:t>
            </a:r>
            <a:r>
              <a:rPr spc="-3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solid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parting</a:t>
            </a:r>
            <a:r>
              <a:rPr spc="-40" dirty="0"/>
              <a:t> </a:t>
            </a: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4930" cy="6654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performed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switch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model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defined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axis.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confirmed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most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required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angle,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line.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Color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coding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acceptable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green,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minor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adjustments </a:t>
            </a:r>
            <a:r>
              <a:rPr sz="1500" dirty="0">
                <a:latin typeface="Times New Roman"/>
                <a:cs typeface="Times New Roman"/>
              </a:rPr>
              <a:t>needed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red/blue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areas.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Overall,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feasibility.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473453"/>
            <a:ext cx="6300216" cy="35189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7401" y="1473453"/>
            <a:ext cx="5234558" cy="35189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6615" y="4690109"/>
            <a:ext cx="61468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spc="-10" dirty="0">
                <a:latin typeface="Times New Roman"/>
                <a:cs typeface="Times New Roman"/>
              </a:rPr>
              <a:t>Cavity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30568" y="4690109"/>
            <a:ext cx="457834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spc="-20" dirty="0">
                <a:latin typeface="Times New Roman"/>
                <a:cs typeface="Times New Roman"/>
              </a:rPr>
              <a:t>Core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Switch</a:t>
            </a:r>
            <a:r>
              <a:rPr spc="-45" dirty="0"/>
              <a:t> </a:t>
            </a:r>
            <a:r>
              <a:rPr spc="-10" dirty="0"/>
              <a:t>Cover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4930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Hence,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switch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component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successfully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designed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developed,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incorporating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surfaces,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draft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finalized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line.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3036" y="1275270"/>
            <a:ext cx="8648827" cy="5258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600</Words>
  <Application>Microsoft Office PowerPoint</Application>
  <PresentationFormat>Widescreen</PresentationFormat>
  <Paragraphs>71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Calibri</vt:lpstr>
      <vt:lpstr>Times New Roman</vt:lpstr>
      <vt:lpstr>Office Theme</vt:lpstr>
      <vt:lpstr>Switch Support</vt:lpstr>
      <vt:lpstr>Objective</vt:lpstr>
      <vt:lpstr>Tooling Axis Creation and Class A Surface Draft Analysis</vt:lpstr>
      <vt:lpstr>Class A Surface Modification</vt:lpstr>
      <vt:lpstr>Curvature Analysis</vt:lpstr>
      <vt:lpstr>Class B Surface Development</vt:lpstr>
      <vt:lpstr>Class C Surface Development</vt:lpstr>
      <vt:lpstr>Class C Surface Development</vt:lpstr>
      <vt:lpstr>Final Trim and Solid Part Conversion</vt:lpstr>
      <vt:lpstr>Draft analysis on solid part for parting line creation</vt:lpstr>
      <vt:lpstr>Switch Cover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 Support</dc:title>
  <dc:creator>Ratikesh Satle</dc:creator>
  <cp:lastModifiedBy>DELL</cp:lastModifiedBy>
  <cp:revision>2</cp:revision>
  <dcterms:created xsi:type="dcterms:W3CDTF">2026-07-24T18:55:24Z</dcterms:created>
  <dcterms:modified xsi:type="dcterms:W3CDTF">2026-07-24T19:21:45Z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2026-05-18T00:00:00Z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2021</vt:lpwstr>
  </property>
</Properties>
</file>