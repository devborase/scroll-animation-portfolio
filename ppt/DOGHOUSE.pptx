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9" d="100"/>
          <a:sy n="29" d="100"/>
        </p:scale>
        <p:origin x="67" y="1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3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3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3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781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9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0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33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0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50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1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E1C77-8E2E-4D2B-975C-F439C3BFF6C7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469A7-1A00-489E-ABFB-96E20FD45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0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176" y="885607"/>
            <a:ext cx="4244708" cy="55021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9639" y="428368"/>
            <a:ext cx="163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DOG_HOUSE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45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9" y="578996"/>
            <a:ext cx="3574041" cy="22962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724" y="578996"/>
            <a:ext cx="3140755" cy="2296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953" y="609507"/>
            <a:ext cx="3332141" cy="2265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070" y="3348270"/>
            <a:ext cx="2774698" cy="25273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492" y="3740595"/>
            <a:ext cx="3675337" cy="22502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/>
          <a:srcRect l="-19021" t="2066" r="2315" b="-2066"/>
          <a:stretch/>
        </p:blipFill>
        <p:spPr>
          <a:xfrm>
            <a:off x="-331941" y="3789405"/>
            <a:ext cx="4126778" cy="22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6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75" y="763686"/>
            <a:ext cx="4324047" cy="22883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437" y="803972"/>
            <a:ext cx="3938119" cy="2276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75" y="3791392"/>
            <a:ext cx="3137345" cy="2411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899" y="3684302"/>
            <a:ext cx="3383657" cy="24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1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70" y="1406308"/>
            <a:ext cx="2578970" cy="18064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295" y="1958678"/>
            <a:ext cx="2361464" cy="35448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242" y="2158938"/>
            <a:ext cx="2592551" cy="3144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04" y="3984047"/>
            <a:ext cx="2639736" cy="21771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276" y="2622397"/>
            <a:ext cx="304216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8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84" y="712612"/>
            <a:ext cx="4244708" cy="55021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25" y="2255584"/>
            <a:ext cx="5344510" cy="31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9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2026-08-01T08:12:51Z</dcterms:created>
  <dcterms:modified xsi:type="dcterms:W3CDTF">2026-08-01T08:13:04Z</dcterms:modified>
</cp:coreProperties>
</file>