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3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831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59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30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7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4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27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01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73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9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5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1A5A1-FB63-47FA-A620-000C32FBF98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02037-7EC6-45A2-8E8B-56E11163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52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7" t="20586" r="36928" b="21538"/>
          <a:stretch/>
        </p:blipFill>
        <p:spPr>
          <a:xfrm>
            <a:off x="4299626" y="1371601"/>
            <a:ext cx="3297676" cy="32684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35499" y="5214025"/>
            <a:ext cx="222593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Helping in air intake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57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0" t="17342" r="34434" b="17619"/>
          <a:stretch/>
        </p:blipFill>
        <p:spPr>
          <a:xfrm>
            <a:off x="778211" y="1040860"/>
            <a:ext cx="4815193" cy="30544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3178" t="12687" r="4893" b="4709"/>
          <a:stretch/>
        </p:blipFill>
        <p:spPr>
          <a:xfrm>
            <a:off x="6371617" y="3142032"/>
            <a:ext cx="4679004" cy="301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0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3" t="24352" r="27394" b="5241"/>
          <a:stretch/>
        </p:blipFill>
        <p:spPr>
          <a:xfrm>
            <a:off x="2684832" y="1138136"/>
            <a:ext cx="6206247" cy="483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3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2026-07-25T13:37:37Z</dcterms:created>
  <dcterms:modified xsi:type="dcterms:W3CDTF">2026-07-25T13:37:51Z</dcterms:modified>
</cp:coreProperties>
</file>