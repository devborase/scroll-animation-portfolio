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1" y="26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alphaModFix amt="74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3915" y="248869"/>
            <a:ext cx="6234430" cy="33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46167" y="445719"/>
            <a:ext cx="29190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Automotive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Plastic Part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Design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041138" y="789889"/>
            <a:ext cx="2088514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0" dirty="0">
                <a:latin typeface="Times New Roman"/>
                <a:cs typeface="Times New Roman"/>
              </a:rPr>
              <a:t>Fuse</a:t>
            </a:r>
            <a:r>
              <a:rPr sz="2500" b="0" spc="-20" dirty="0">
                <a:latin typeface="Times New Roman"/>
                <a:cs typeface="Times New Roman"/>
              </a:rPr>
              <a:t> </a:t>
            </a:r>
            <a:r>
              <a:rPr sz="2500" b="0" dirty="0">
                <a:latin typeface="Times New Roman"/>
                <a:cs typeface="Times New Roman"/>
              </a:rPr>
              <a:t>Box</a:t>
            </a:r>
            <a:r>
              <a:rPr sz="2500" b="0" spc="-30" dirty="0">
                <a:latin typeface="Times New Roman"/>
                <a:cs typeface="Times New Roman"/>
              </a:rPr>
              <a:t> </a:t>
            </a:r>
            <a:r>
              <a:rPr sz="2500" b="0" spc="-20" dirty="0">
                <a:latin typeface="Times New Roman"/>
                <a:cs typeface="Times New Roman"/>
              </a:rPr>
              <a:t>Cover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5220" y="1576577"/>
            <a:ext cx="5905627" cy="40277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13237" y="5927284"/>
            <a:ext cx="294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BY_DEVANSHU_BORASE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0887710" cy="217551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algn="just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objective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project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automotive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fuse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box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cover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provided</a:t>
            </a:r>
            <a:r>
              <a:rPr sz="1500" spc="19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Class-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1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surface.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process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involves </a:t>
            </a:r>
            <a:r>
              <a:rPr sz="1500" dirty="0">
                <a:latin typeface="Times New Roman"/>
                <a:cs typeface="Times New Roman"/>
              </a:rPr>
              <a:t>establishing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appropriate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compliance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requirements,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finally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conducting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validate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integrity.</a:t>
            </a:r>
            <a:endParaRPr sz="15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15"/>
              </a:spcBef>
            </a:pPr>
            <a:r>
              <a:rPr sz="2000" b="1" spc="-10" dirty="0">
                <a:latin typeface="Times New Roman"/>
                <a:cs typeface="Times New Roman"/>
              </a:rPr>
              <a:t>Class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Surface</a:t>
            </a:r>
            <a:r>
              <a:rPr sz="2000" b="1" spc="-1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Analysis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spcBef>
                <a:spcPts val="565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Import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software.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imported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merging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distance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0.01mm.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missing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tangency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errors.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case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joining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at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given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merging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distance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there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missing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sharp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edge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issue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 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requirement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also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 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visible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area.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75" y="3186938"/>
            <a:ext cx="6147562" cy="321386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8765" y="3185896"/>
            <a:ext cx="5234686" cy="32138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Tooling</a:t>
            </a:r>
            <a:r>
              <a:rPr spc="-135" dirty="0"/>
              <a:t> </a:t>
            </a:r>
            <a:r>
              <a:rPr dirty="0"/>
              <a:t>Axis</a:t>
            </a:r>
            <a:r>
              <a:rPr spc="-25" dirty="0"/>
              <a:t> </a:t>
            </a:r>
            <a:r>
              <a:rPr dirty="0"/>
              <a:t>Creation</a:t>
            </a:r>
            <a:r>
              <a:rPr spc="-25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Class</a:t>
            </a:r>
            <a:r>
              <a:rPr spc="-135" dirty="0"/>
              <a:t> </a:t>
            </a:r>
            <a:r>
              <a:rPr spc="-20" dirty="0"/>
              <a:t>A</a:t>
            </a:r>
            <a:r>
              <a:rPr spc="-110" dirty="0"/>
              <a:t> </a:t>
            </a:r>
            <a:r>
              <a:rPr dirty="0"/>
              <a:t>Surface</a:t>
            </a:r>
            <a:r>
              <a:rPr spc="-25" dirty="0"/>
              <a:t> </a:t>
            </a:r>
            <a:r>
              <a:rPr dirty="0"/>
              <a:t>Draft</a:t>
            </a:r>
            <a:r>
              <a:rPr spc="-14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9034145" cy="39579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spc="-30" dirty="0">
                <a:latin typeface="Times New Roman"/>
                <a:cs typeface="Times New Roman"/>
              </a:rPr>
              <a:t>Tooling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Axis</a:t>
            </a:r>
            <a:r>
              <a:rPr sz="1500" b="1" spc="3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Creation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Establish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 for</a:t>
            </a:r>
            <a:r>
              <a:rPr sz="1500" spc="-10" dirty="0">
                <a:latin typeface="Times New Roman"/>
                <a:cs typeface="Times New Roman"/>
              </a:rPr>
              <a:t> manufacturability.</a:t>
            </a:r>
            <a:r>
              <a:rPr sz="1500" spc="-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Analyze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geometry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feasible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mold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opening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direction.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case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will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first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direction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assembly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direction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based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environment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data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provided.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Apply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Draft</a:t>
            </a:r>
            <a:r>
              <a:rPr sz="1500" b="1" spc="-8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Angles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meet industry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standards.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Apply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(commonly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3°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plastics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depend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grain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pattern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change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)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Adjust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maintain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styling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intent,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25" dirty="0">
                <a:latin typeface="Times New Roman"/>
                <a:cs typeface="Times New Roman"/>
              </a:rPr>
              <a:t>Verify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consistency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across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faces.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Perform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Draft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Analysis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through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analysis.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Run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software.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Highlight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positive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 negative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regions.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Confirm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meet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requirements.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spc="-10" dirty="0">
                <a:latin typeface="Times New Roman"/>
                <a:cs typeface="Times New Roman"/>
              </a:rPr>
              <a:t>Results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given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direction.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blue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will be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cleared 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core </a:t>
            </a:r>
            <a:r>
              <a:rPr sz="1500" spc="-10" dirty="0">
                <a:latin typeface="Times New Roman"/>
                <a:cs typeface="Times New Roman"/>
              </a:rPr>
              <a:t>side.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0135" y="2409444"/>
            <a:ext cx="6138671" cy="39593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Curvature</a:t>
            </a:r>
            <a:r>
              <a:rPr spc="-9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1257915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ts val="171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radius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plastic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radius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criteria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according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R21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(i.e.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2.5mm).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area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highlighted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blue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doesn't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follow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R21.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95144" y="1282954"/>
            <a:ext cx="7382509" cy="4953635"/>
            <a:chOff x="2295144" y="1282954"/>
            <a:chExt cx="7382509" cy="4953635"/>
          </a:xfrm>
        </p:grpSpPr>
        <p:sp>
          <p:nvSpPr>
            <p:cNvPr id="5" name="object 5"/>
            <p:cNvSpPr/>
            <p:nvPr/>
          </p:nvSpPr>
          <p:spPr>
            <a:xfrm>
              <a:off x="6437376" y="4096512"/>
              <a:ext cx="567055" cy="475615"/>
            </a:xfrm>
            <a:custGeom>
              <a:avLst/>
              <a:gdLst/>
              <a:ahLst/>
              <a:cxnLst/>
              <a:rect l="l" t="t" r="r" b="b"/>
              <a:pathLst>
                <a:path w="567054" h="475614">
                  <a:moveTo>
                    <a:pt x="0" y="237744"/>
                  </a:moveTo>
                  <a:lnTo>
                    <a:pt x="4565" y="195005"/>
                  </a:lnTo>
                  <a:lnTo>
                    <a:pt x="17729" y="154781"/>
                  </a:lnTo>
                  <a:lnTo>
                    <a:pt x="38692" y="117743"/>
                  </a:lnTo>
                  <a:lnTo>
                    <a:pt x="66654" y="84562"/>
                  </a:lnTo>
                  <a:lnTo>
                    <a:pt x="100816" y="55909"/>
                  </a:lnTo>
                  <a:lnTo>
                    <a:pt x="140377" y="32455"/>
                  </a:lnTo>
                  <a:lnTo>
                    <a:pt x="184538" y="14872"/>
                  </a:lnTo>
                  <a:lnTo>
                    <a:pt x="232500" y="3829"/>
                  </a:lnTo>
                  <a:lnTo>
                    <a:pt x="283464" y="0"/>
                  </a:lnTo>
                  <a:lnTo>
                    <a:pt x="334427" y="3829"/>
                  </a:lnTo>
                  <a:lnTo>
                    <a:pt x="382389" y="14872"/>
                  </a:lnTo>
                  <a:lnTo>
                    <a:pt x="426550" y="32455"/>
                  </a:lnTo>
                  <a:lnTo>
                    <a:pt x="466111" y="55909"/>
                  </a:lnTo>
                  <a:lnTo>
                    <a:pt x="500273" y="84562"/>
                  </a:lnTo>
                  <a:lnTo>
                    <a:pt x="528235" y="117743"/>
                  </a:lnTo>
                  <a:lnTo>
                    <a:pt x="549198" y="154781"/>
                  </a:lnTo>
                  <a:lnTo>
                    <a:pt x="562362" y="195005"/>
                  </a:lnTo>
                  <a:lnTo>
                    <a:pt x="566927" y="237744"/>
                  </a:lnTo>
                  <a:lnTo>
                    <a:pt x="562362" y="280482"/>
                  </a:lnTo>
                  <a:lnTo>
                    <a:pt x="549198" y="320706"/>
                  </a:lnTo>
                  <a:lnTo>
                    <a:pt x="528235" y="357744"/>
                  </a:lnTo>
                  <a:lnTo>
                    <a:pt x="500273" y="390925"/>
                  </a:lnTo>
                  <a:lnTo>
                    <a:pt x="466111" y="419578"/>
                  </a:lnTo>
                  <a:lnTo>
                    <a:pt x="426550" y="443032"/>
                  </a:lnTo>
                  <a:lnTo>
                    <a:pt x="382389" y="460615"/>
                  </a:lnTo>
                  <a:lnTo>
                    <a:pt x="334427" y="471658"/>
                  </a:lnTo>
                  <a:lnTo>
                    <a:pt x="283464" y="475488"/>
                  </a:lnTo>
                  <a:lnTo>
                    <a:pt x="232500" y="471658"/>
                  </a:lnTo>
                  <a:lnTo>
                    <a:pt x="184538" y="460615"/>
                  </a:lnTo>
                  <a:lnTo>
                    <a:pt x="140377" y="443032"/>
                  </a:lnTo>
                  <a:lnTo>
                    <a:pt x="100816" y="419578"/>
                  </a:lnTo>
                  <a:lnTo>
                    <a:pt x="66654" y="390925"/>
                  </a:lnTo>
                  <a:lnTo>
                    <a:pt x="38692" y="357744"/>
                  </a:lnTo>
                  <a:lnTo>
                    <a:pt x="17729" y="320706"/>
                  </a:lnTo>
                  <a:lnTo>
                    <a:pt x="4565" y="28048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95144" y="1282954"/>
              <a:ext cx="7382256" cy="495325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</a:t>
            </a:r>
            <a:r>
              <a:rPr spc="-25" dirty="0"/>
              <a:t> </a:t>
            </a:r>
            <a:r>
              <a:rPr dirty="0"/>
              <a:t>B</a:t>
            </a:r>
            <a:r>
              <a:rPr spc="-15" dirty="0"/>
              <a:t> </a:t>
            </a:r>
            <a:r>
              <a:rPr dirty="0"/>
              <a:t>Surface</a:t>
            </a:r>
            <a:r>
              <a:rPr spc="-40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6757034" cy="3340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Offset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Class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Create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2.5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mm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entire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define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base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thickness.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Note: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Complex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regions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may fail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correctly,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especially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filleted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areas.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Identify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Missing/Failed</a:t>
            </a:r>
            <a:r>
              <a:rPr sz="1500" b="1" spc="-6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Regions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45" dirty="0">
                <a:latin typeface="Times New Roman"/>
                <a:cs typeface="Times New Roman"/>
              </a:rPr>
              <a:t>CATIA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highlights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sub-</a:t>
            </a:r>
            <a:r>
              <a:rPr sz="1500" dirty="0">
                <a:latin typeface="Times New Roman"/>
                <a:cs typeface="Times New Roman"/>
              </a:rPr>
              <a:t>elements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(fillets,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patches)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cannot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offset.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These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must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reconstructed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manually.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walls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core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side.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Manual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patch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creation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walls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B-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extracted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separately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intersection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formed.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After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intersection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sweep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0.5°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draft.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Join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Apply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merge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patches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primary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25" dirty="0">
                <a:latin typeface="Times New Roman"/>
                <a:cs typeface="Times New Roman"/>
              </a:rPr>
              <a:t>Verify </a:t>
            </a:r>
            <a:r>
              <a:rPr sz="1500" dirty="0">
                <a:latin typeface="Times New Roman"/>
                <a:cs typeface="Times New Roman"/>
              </a:rPr>
              <a:t>connectivity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Boundary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 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gaps</a:t>
            </a:r>
            <a:r>
              <a:rPr sz="1500" spc="-10" dirty="0">
                <a:latin typeface="Times New Roman"/>
                <a:cs typeface="Times New Roman"/>
              </a:rPr>
              <a:t> remain.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6013" y="685800"/>
            <a:ext cx="4710810" cy="30175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5175" y="4048252"/>
            <a:ext cx="5276215" cy="26634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15861" y="4048252"/>
            <a:ext cx="5410961" cy="26634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B-</a:t>
            </a:r>
            <a:r>
              <a:rPr dirty="0"/>
              <a:t>Surface</a:t>
            </a:r>
            <a:r>
              <a:rPr spc="-40" dirty="0"/>
              <a:t> </a:t>
            </a:r>
            <a:r>
              <a:rPr dirty="0"/>
              <a:t>Final</a:t>
            </a:r>
            <a:r>
              <a:rPr spc="-10" dirty="0"/>
              <a:t> </a:t>
            </a:r>
            <a:r>
              <a:rPr spc="-20" dirty="0"/>
              <a:t>Join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9" y="1069479"/>
            <a:ext cx="9814560" cy="47190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</a:t>
            </a:r>
            <a:r>
              <a:rPr spc="-35" dirty="0"/>
              <a:t> </a:t>
            </a:r>
            <a:r>
              <a:rPr dirty="0"/>
              <a:t>C</a:t>
            </a:r>
            <a:r>
              <a:rPr spc="-15" dirty="0"/>
              <a:t> </a:t>
            </a:r>
            <a:r>
              <a:rPr dirty="0"/>
              <a:t>Surface</a:t>
            </a:r>
            <a:r>
              <a:rPr spc="-40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5249545" cy="5398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Identify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Boundary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of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Class</a:t>
            </a:r>
            <a:r>
              <a:rPr sz="1500" b="1" spc="-8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10" dirty="0">
                <a:latin typeface="Times New Roman"/>
                <a:cs typeface="Times New Roman"/>
              </a:rPr>
              <a:t>C-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extracted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input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untrimmed.</a:t>
            </a:r>
            <a:endParaRPr sz="1500">
              <a:latin typeface="Times New Roman"/>
              <a:cs typeface="Times New Roman"/>
            </a:endParaRPr>
          </a:p>
          <a:p>
            <a:pPr marL="299085" marR="13970" indent="-287020">
              <a:lnSpc>
                <a:spcPts val="1620"/>
              </a:lnSpc>
              <a:spcBef>
                <a:spcPts val="115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Intersection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between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A,B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been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created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the </a:t>
            </a:r>
            <a:r>
              <a:rPr sz="1500" spc="-10" dirty="0">
                <a:latin typeface="Times New Roman"/>
                <a:cs typeface="Times New Roman"/>
              </a:rPr>
              <a:t>trimmed.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15"/>
              </a:spcBef>
            </a:pPr>
            <a:r>
              <a:rPr sz="1500" b="1" dirty="0">
                <a:latin typeface="Times New Roman"/>
                <a:cs typeface="Times New Roman"/>
              </a:rPr>
              <a:t>Define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spc="-30" dirty="0">
                <a:latin typeface="Times New Roman"/>
                <a:cs typeface="Times New Roman"/>
              </a:rPr>
              <a:t>Tooling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Axis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Establish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 based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requirements.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2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ensures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2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2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2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2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will</a:t>
            </a:r>
            <a:r>
              <a:rPr sz="1500" spc="2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2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manufacturable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ts val="1710"/>
              </a:lnSpc>
            </a:pP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proper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angles.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Sweep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Operation</a:t>
            </a:r>
            <a:endParaRPr sz="1500">
              <a:latin typeface="Times New Roman"/>
              <a:cs typeface="Times New Roman"/>
            </a:endParaRPr>
          </a:p>
          <a:p>
            <a:pPr marL="299085" marR="15240" indent="-287020">
              <a:lnSpc>
                <a:spcPts val="1620"/>
              </a:lnSpc>
              <a:spcBef>
                <a:spcPts val="11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Use</a:t>
            </a:r>
            <a:r>
              <a:rPr sz="1500" spc="3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Sweep</a:t>
            </a:r>
            <a:r>
              <a:rPr sz="1500" spc="3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along</a:t>
            </a:r>
            <a:r>
              <a:rPr sz="1500" spc="3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3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</a:t>
            </a:r>
            <a:r>
              <a:rPr sz="1500" spc="3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generate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extracted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boundaries.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505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Apply</a:t>
            </a:r>
            <a:r>
              <a:rPr sz="1500" spc="40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40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required</a:t>
            </a:r>
            <a:r>
              <a:rPr sz="1500" spc="40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4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40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</a:t>
            </a:r>
            <a:r>
              <a:rPr sz="1500" spc="4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0.5°</a:t>
            </a:r>
            <a:r>
              <a:rPr sz="1500" spc="40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specified</a:t>
            </a:r>
            <a:r>
              <a:rPr sz="1500" spc="4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4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420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A</a:t>
            </a:r>
            <a:endParaRPr sz="1500">
              <a:latin typeface="Times New Roman"/>
              <a:cs typeface="Times New Roman"/>
            </a:endParaRPr>
          </a:p>
          <a:p>
            <a:pPr marL="299085">
              <a:lnSpc>
                <a:spcPts val="1710"/>
              </a:lnSpc>
            </a:pP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core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side)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during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sweep.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5"/>
              </a:spcBef>
            </a:pPr>
            <a:r>
              <a:rPr sz="1500" b="1" dirty="0">
                <a:latin typeface="Times New Roman"/>
                <a:cs typeface="Times New Roman"/>
              </a:rPr>
              <a:t>Check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Continuity</a:t>
            </a:r>
            <a:endParaRPr sz="1500">
              <a:latin typeface="Times New Roman"/>
              <a:cs typeface="Times New Roman"/>
            </a:endParaRPr>
          </a:p>
          <a:p>
            <a:pPr marL="299085" marR="15240" indent="-287020">
              <a:lnSpc>
                <a:spcPts val="1620"/>
              </a:lnSpc>
              <a:spcBef>
                <a:spcPts val="115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Verify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1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swept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1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connect</a:t>
            </a:r>
            <a:r>
              <a:rPr sz="1500" spc="19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smoothly</a:t>
            </a:r>
            <a:r>
              <a:rPr sz="1500" spc="18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with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 Class B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surfaces.</a:t>
            </a:r>
            <a:endParaRPr sz="1500">
              <a:latin typeface="Times New Roman"/>
              <a:cs typeface="Times New Roman"/>
            </a:endParaRPr>
          </a:p>
          <a:p>
            <a:pPr marL="299085" marR="15875" indent="-287020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Adjust</a:t>
            </a:r>
            <a:r>
              <a:rPr sz="1500" spc="4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sweep</a:t>
            </a:r>
            <a:r>
              <a:rPr sz="1500" spc="49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parameters</a:t>
            </a:r>
            <a:r>
              <a:rPr sz="1500" spc="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extend</a:t>
            </a:r>
            <a:r>
              <a:rPr sz="1500" spc="6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boundaries</a:t>
            </a:r>
            <a:r>
              <a:rPr sz="1500" spc="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60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Times New Roman"/>
                <a:cs typeface="Times New Roman"/>
              </a:rPr>
              <a:t>gaps</a:t>
            </a:r>
            <a:r>
              <a:rPr sz="1500" spc="49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are </a:t>
            </a:r>
            <a:r>
              <a:rPr sz="1500" spc="-10" dirty="0">
                <a:latin typeface="Times New Roman"/>
                <a:cs typeface="Times New Roman"/>
              </a:rPr>
              <a:t>detected.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15"/>
              </a:spcBef>
            </a:pPr>
            <a:r>
              <a:rPr sz="1500" b="1" dirty="0">
                <a:latin typeface="Times New Roman"/>
                <a:cs typeface="Times New Roman"/>
              </a:rPr>
              <a:t>Join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Surfaces</a:t>
            </a:r>
            <a:endParaRPr sz="1500">
              <a:latin typeface="Times New Roman"/>
              <a:cs typeface="Times New Roman"/>
            </a:endParaRPr>
          </a:p>
          <a:p>
            <a:pPr marL="299085" marR="13335" indent="-287020">
              <a:lnSpc>
                <a:spcPts val="1620"/>
              </a:lnSpc>
              <a:spcBef>
                <a:spcPts val="114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Merge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the </a:t>
            </a: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command.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595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body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forms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without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openings.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2804" y="621791"/>
            <a:ext cx="5735574" cy="30449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Final</a:t>
            </a:r>
            <a:r>
              <a:rPr spc="-85" dirty="0"/>
              <a:t> </a:t>
            </a:r>
            <a:r>
              <a:rPr spc="-20" dirty="0"/>
              <a:t>Trim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Solid</a:t>
            </a:r>
            <a:r>
              <a:rPr spc="-45" dirty="0"/>
              <a:t> </a:t>
            </a:r>
            <a:r>
              <a:rPr dirty="0"/>
              <a:t>Part</a:t>
            </a:r>
            <a:r>
              <a:rPr spc="-40" dirty="0"/>
              <a:t> </a:t>
            </a:r>
            <a:r>
              <a:rPr spc="-10" dirty="0"/>
              <a:t>Conversion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787400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Final</a:t>
            </a:r>
            <a:r>
              <a:rPr sz="1500" b="1" spc="-50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Trim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Perform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Trim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operation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cut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align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together.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step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single,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continuous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model.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Solid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Conversion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Once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validated,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convert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solid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body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10" dirty="0">
                <a:latin typeface="Times New Roman"/>
                <a:cs typeface="Times New Roman"/>
              </a:rPr>
              <a:t> command.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completes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fuse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box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cover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solid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ready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further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validation.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75" y="2212365"/>
            <a:ext cx="5367528" cy="40487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76086" y="2212339"/>
            <a:ext cx="6150737" cy="40238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Draft</a:t>
            </a:r>
            <a:r>
              <a:rPr spc="-35" dirty="0"/>
              <a:t> </a:t>
            </a:r>
            <a:r>
              <a:rPr dirty="0"/>
              <a:t>analysis</a:t>
            </a:r>
            <a:r>
              <a:rPr spc="-4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dirty="0"/>
              <a:t>solid</a:t>
            </a:r>
            <a:r>
              <a:rPr spc="-25" dirty="0"/>
              <a:t> </a:t>
            </a:r>
            <a:r>
              <a:rPr dirty="0"/>
              <a:t>part</a:t>
            </a:r>
            <a:r>
              <a:rPr spc="-2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parting</a:t>
            </a:r>
            <a:r>
              <a:rPr spc="-40" dirty="0"/>
              <a:t> </a:t>
            </a:r>
            <a:r>
              <a:rPr dirty="0"/>
              <a:t>line</a:t>
            </a:r>
            <a:r>
              <a:rPr spc="-15" dirty="0"/>
              <a:t> </a:t>
            </a:r>
            <a:r>
              <a:rPr spc="-10" dirty="0"/>
              <a:t>creation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1504930" cy="45974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performed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fuse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box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cover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model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defined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axis.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confirmed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most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meet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required </a:t>
            </a:r>
            <a:r>
              <a:rPr sz="1500" dirty="0">
                <a:latin typeface="Times New Roman"/>
                <a:cs typeface="Times New Roman"/>
              </a:rPr>
              <a:t>3°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angle,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also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extracted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line.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Overall,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validated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production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feasibility.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75" y="1199641"/>
            <a:ext cx="6117336" cy="40488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68745" y="1199641"/>
            <a:ext cx="5400166" cy="404888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14527" y="4794503"/>
            <a:ext cx="563880" cy="28067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5"/>
              </a:lnSpc>
            </a:pPr>
            <a:r>
              <a:rPr sz="1800" spc="-20" dirty="0">
                <a:latin typeface="Calibri"/>
                <a:cs typeface="Calibri"/>
              </a:rPr>
              <a:t>Cavity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56831" y="4794503"/>
            <a:ext cx="445770" cy="28067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095"/>
              </a:lnSpc>
            </a:pPr>
            <a:r>
              <a:rPr sz="1800" spc="-20" dirty="0">
                <a:latin typeface="Calibri"/>
                <a:cs typeface="Calibri"/>
              </a:rPr>
              <a:t>Core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Automotive</a:t>
            </a:r>
            <a:r>
              <a:rPr spc="-40" dirty="0"/>
              <a:t> </a:t>
            </a:r>
            <a:r>
              <a:rPr dirty="0"/>
              <a:t>Fuse</a:t>
            </a:r>
            <a:r>
              <a:rPr spc="-25" dirty="0"/>
              <a:t> </a:t>
            </a:r>
            <a:r>
              <a:rPr dirty="0"/>
              <a:t>Box</a:t>
            </a:r>
            <a:r>
              <a:rPr spc="-15" dirty="0"/>
              <a:t> </a:t>
            </a:r>
            <a:r>
              <a:rPr spc="-20" dirty="0"/>
              <a:t>Cover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1506835" cy="66548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algn="just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Hence,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fuse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box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cover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was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successfully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designed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developed,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incorporating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A,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B,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surfaces,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axis,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requirements,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validated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through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finally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finalized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parting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line.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parting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line</a:t>
            </a:r>
            <a:r>
              <a:rPr sz="1500" spc="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was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created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reflect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line </a:t>
            </a:r>
            <a:r>
              <a:rPr sz="1500" dirty="0">
                <a:latin typeface="Times New Roman"/>
                <a:cs typeface="Times New Roman"/>
              </a:rPr>
              <a:t>command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trimming.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060" y="1292225"/>
            <a:ext cx="11470005" cy="5035550"/>
            <a:chOff x="457060" y="1292225"/>
            <a:chExt cx="11470005" cy="50355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3679" y="1292225"/>
              <a:ext cx="7383145" cy="503542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060" y="2456561"/>
              <a:ext cx="4855464" cy="27066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810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 MT</vt:lpstr>
      <vt:lpstr>Calibri</vt:lpstr>
      <vt:lpstr>Times New Roman</vt:lpstr>
      <vt:lpstr>Office Theme</vt:lpstr>
      <vt:lpstr>Fuse Box Cover</vt:lpstr>
      <vt:lpstr>Objective</vt:lpstr>
      <vt:lpstr>Tooling Axis Creation and Class A Surface Draft Analysis</vt:lpstr>
      <vt:lpstr>Curvature Analysis</vt:lpstr>
      <vt:lpstr>Class B Surface Development</vt:lpstr>
      <vt:lpstr>B-Surface Final Join</vt:lpstr>
      <vt:lpstr>Class C Surface Development</vt:lpstr>
      <vt:lpstr>Final Trim and Solid Part Conversion</vt:lpstr>
      <vt:lpstr>Draft analysis on solid part for parting line creation</vt:lpstr>
      <vt:lpstr>Automotive Fuse Box Cover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Fuse Box Cover</dc:title>
  <dc:creator>Ratikesh Satle</dc:creator>
  <cp:lastModifiedBy>DELL</cp:lastModifiedBy>
  <cp:revision>2</cp:revision>
  <dcterms:created xsi:type="dcterms:W3CDTF">2026-07-24T18:58:26Z</dcterms:created>
  <dcterms:modified xsi:type="dcterms:W3CDTF">2026-07-24T19:23:02Z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2026-05-09T00:00:00Z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2026-07-24T00:00:00Z</vt:filetime>
  </property>
  <property fmtid="{D5CDD505-2E9C-101B-9397-08002B2CF9AE}" pid="6" name="Producer">
    <vt:lpwstr>Microsoft® PowerPoint® 2021</vt:lpwstr>
  </property>
</Properties>
</file>